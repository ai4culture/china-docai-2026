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32398970" cy="43199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660"/>
  </p:normalViewPr>
  <p:slideViewPr>
    <p:cSldViewPr snapToGrid="0">
      <p:cViewPr varScale="1">
        <p:scale>
          <a:sx n="20" d="100"/>
          <a:sy n="20" d="100"/>
        </p:scale>
        <p:origin x="34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50050" y="7070054"/>
            <a:ext cx="24300299" cy="15040108"/>
          </a:xfrm>
        </p:spPr>
        <p:txBody>
          <a:bodyPr anchor="b"/>
          <a:lstStyle>
            <a:lvl1pPr algn="ctr">
              <a:defRPr sz="212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050050" y="22690166"/>
            <a:ext cx="24300299" cy="10430072"/>
          </a:xfrm>
        </p:spPr>
        <p:txBody>
          <a:bodyPr/>
          <a:lstStyle>
            <a:lvl1pPr marL="0" indent="0" algn="ctr">
              <a:buNone/>
              <a:defRPr sz="8505"/>
            </a:lvl1pPr>
            <a:lvl2pPr marL="1619885" indent="0" algn="ctr">
              <a:buNone/>
              <a:defRPr sz="7085"/>
            </a:lvl2pPr>
            <a:lvl3pPr marL="3239770" indent="0" algn="ctr">
              <a:buNone/>
              <a:defRPr sz="6380"/>
            </a:lvl3pPr>
            <a:lvl4pPr marL="4860290" indent="0" algn="ctr">
              <a:buNone/>
              <a:defRPr sz="5670"/>
            </a:lvl4pPr>
            <a:lvl5pPr marL="6480175" indent="0" algn="ctr">
              <a:buNone/>
              <a:defRPr sz="5670"/>
            </a:lvl5pPr>
            <a:lvl6pPr marL="8100060" indent="0" algn="ctr">
              <a:buNone/>
              <a:defRPr sz="5670"/>
            </a:lvl6pPr>
            <a:lvl7pPr marL="9719945" indent="0" algn="ctr">
              <a:buNone/>
              <a:defRPr sz="5670"/>
            </a:lvl7pPr>
            <a:lvl8pPr marL="11339830" indent="0" algn="ctr">
              <a:buNone/>
              <a:defRPr sz="5670"/>
            </a:lvl8pPr>
            <a:lvl9pPr marL="12959715" indent="0" algn="ctr">
              <a:buNone/>
              <a:defRPr sz="567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0652" y="10770080"/>
            <a:ext cx="27945344" cy="17970126"/>
          </a:xfrm>
        </p:spPr>
        <p:txBody>
          <a:bodyPr anchor="b"/>
          <a:lstStyle>
            <a:lvl1pPr>
              <a:defRPr sz="212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10652" y="28910211"/>
            <a:ext cx="27945344" cy="9450065"/>
          </a:xfrm>
        </p:spPr>
        <p:txBody>
          <a:bodyPr/>
          <a:lstStyle>
            <a:lvl1pPr marL="0" indent="0">
              <a:buNone/>
              <a:defRPr sz="8505">
                <a:solidFill>
                  <a:schemeClr val="tx1">
                    <a:tint val="75000"/>
                  </a:schemeClr>
                </a:solidFill>
              </a:defRPr>
            </a:lvl1pPr>
            <a:lvl2pPr marL="1619885" indent="0">
              <a:buNone/>
              <a:defRPr sz="7085">
                <a:solidFill>
                  <a:schemeClr val="tx1">
                    <a:tint val="75000"/>
                  </a:schemeClr>
                </a:solidFill>
              </a:defRPr>
            </a:lvl2pPr>
            <a:lvl3pPr marL="3239770" indent="0">
              <a:buNone/>
              <a:defRPr sz="6380">
                <a:solidFill>
                  <a:schemeClr val="tx1">
                    <a:tint val="75000"/>
                  </a:schemeClr>
                </a:solidFill>
              </a:defRPr>
            </a:lvl3pPr>
            <a:lvl4pPr marL="486029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4pPr>
            <a:lvl5pPr marL="648017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5pPr>
            <a:lvl6pPr marL="81000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6pPr>
            <a:lvl7pPr marL="971994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7pPr>
            <a:lvl8pPr marL="1133983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8pPr>
            <a:lvl9pPr marL="1295971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27527" y="11500083"/>
            <a:ext cx="13770169" cy="27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6402702" y="11500083"/>
            <a:ext cx="13770169" cy="27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31748" y="2300017"/>
            <a:ext cx="27945344" cy="83500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31748" y="10590079"/>
            <a:ext cx="13706886" cy="5190034"/>
          </a:xfrm>
        </p:spPr>
        <p:txBody>
          <a:bodyPr anchor="b"/>
          <a:lstStyle>
            <a:lvl1pPr marL="0" indent="0">
              <a:buNone/>
              <a:defRPr sz="8505" b="1"/>
            </a:lvl1pPr>
            <a:lvl2pPr marL="1619885" indent="0">
              <a:buNone/>
              <a:defRPr sz="7085" b="1"/>
            </a:lvl2pPr>
            <a:lvl3pPr marL="3239770" indent="0">
              <a:buNone/>
              <a:defRPr sz="6380" b="1"/>
            </a:lvl3pPr>
            <a:lvl4pPr marL="4860290" indent="0">
              <a:buNone/>
              <a:defRPr sz="5670" b="1"/>
            </a:lvl4pPr>
            <a:lvl5pPr marL="6480175" indent="0">
              <a:buNone/>
              <a:defRPr sz="5670" b="1"/>
            </a:lvl5pPr>
            <a:lvl6pPr marL="810006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39830" indent="0">
              <a:buNone/>
              <a:defRPr sz="5670" b="1"/>
            </a:lvl8pPr>
            <a:lvl9pPr marL="1295971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231748" y="15780113"/>
            <a:ext cx="13706886" cy="232101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6402702" y="10590079"/>
            <a:ext cx="13774390" cy="5190034"/>
          </a:xfrm>
        </p:spPr>
        <p:txBody>
          <a:bodyPr anchor="b"/>
          <a:lstStyle>
            <a:lvl1pPr marL="0" indent="0">
              <a:buNone/>
              <a:defRPr sz="8505" b="1"/>
            </a:lvl1pPr>
            <a:lvl2pPr marL="1619885" indent="0">
              <a:buNone/>
              <a:defRPr sz="7085" b="1"/>
            </a:lvl2pPr>
            <a:lvl3pPr marL="3239770" indent="0">
              <a:buNone/>
              <a:defRPr sz="6380" b="1"/>
            </a:lvl3pPr>
            <a:lvl4pPr marL="4860290" indent="0">
              <a:buNone/>
              <a:defRPr sz="5670" b="1"/>
            </a:lvl4pPr>
            <a:lvl5pPr marL="6480175" indent="0">
              <a:buNone/>
              <a:defRPr sz="5670" b="1"/>
            </a:lvl5pPr>
            <a:lvl6pPr marL="810006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39830" indent="0">
              <a:buNone/>
              <a:defRPr sz="5670" b="1"/>
            </a:lvl8pPr>
            <a:lvl9pPr marL="1295971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6402702" y="15780113"/>
            <a:ext cx="13774390" cy="232101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31748" y="2880021"/>
            <a:ext cx="10449971" cy="10080072"/>
          </a:xfrm>
        </p:spPr>
        <p:txBody>
          <a:bodyPr anchor="b"/>
          <a:lstStyle>
            <a:lvl1pPr>
              <a:defRPr sz="1134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74390" y="6220045"/>
            <a:ext cx="16402702" cy="30700220"/>
          </a:xfrm>
        </p:spPr>
        <p:txBody>
          <a:bodyPr/>
          <a:lstStyle>
            <a:lvl1pPr>
              <a:defRPr sz="11340"/>
            </a:lvl1pPr>
            <a:lvl2pPr>
              <a:defRPr sz="9920"/>
            </a:lvl2pPr>
            <a:lvl3pPr>
              <a:defRPr sz="8505"/>
            </a:lvl3pPr>
            <a:lvl4pPr>
              <a:defRPr sz="7085"/>
            </a:lvl4pPr>
            <a:lvl5pPr>
              <a:defRPr sz="7085"/>
            </a:lvl5pPr>
            <a:lvl6pPr>
              <a:defRPr sz="7085"/>
            </a:lvl6pPr>
            <a:lvl7pPr>
              <a:defRPr sz="7085"/>
            </a:lvl7pPr>
            <a:lvl8pPr>
              <a:defRPr sz="7085"/>
            </a:lvl8pPr>
            <a:lvl9pPr>
              <a:defRPr sz="70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31748" y="12960093"/>
            <a:ext cx="10449971" cy="24010175"/>
          </a:xfrm>
        </p:spPr>
        <p:txBody>
          <a:bodyPr/>
          <a:lstStyle>
            <a:lvl1pPr marL="0" indent="0">
              <a:buNone/>
              <a:defRPr sz="5670"/>
            </a:lvl1pPr>
            <a:lvl2pPr marL="1619885" indent="0">
              <a:buNone/>
              <a:defRPr sz="4960"/>
            </a:lvl2pPr>
            <a:lvl3pPr marL="3239770" indent="0">
              <a:buNone/>
              <a:defRPr sz="4250"/>
            </a:lvl3pPr>
            <a:lvl4pPr marL="4860290" indent="0">
              <a:buNone/>
              <a:defRPr sz="3545"/>
            </a:lvl4pPr>
            <a:lvl5pPr marL="6480175" indent="0">
              <a:buNone/>
              <a:defRPr sz="3545"/>
            </a:lvl5pPr>
            <a:lvl6pPr marL="8100060" indent="0">
              <a:buNone/>
              <a:defRPr sz="3545"/>
            </a:lvl6pPr>
            <a:lvl7pPr marL="9719945" indent="0">
              <a:buNone/>
              <a:defRPr sz="3545"/>
            </a:lvl7pPr>
            <a:lvl8pPr marL="11339830" indent="0">
              <a:buNone/>
              <a:defRPr sz="3545"/>
            </a:lvl8pPr>
            <a:lvl9pPr marL="12959715" indent="0">
              <a:buNone/>
              <a:defRPr sz="35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31748" y="2880021"/>
            <a:ext cx="10449971" cy="10080072"/>
          </a:xfrm>
        </p:spPr>
        <p:txBody>
          <a:bodyPr anchor="b"/>
          <a:lstStyle>
            <a:lvl1pPr>
              <a:defRPr sz="1134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774390" y="6220045"/>
            <a:ext cx="16402702" cy="30700220"/>
          </a:xfrm>
        </p:spPr>
        <p:txBody>
          <a:bodyPr/>
          <a:lstStyle>
            <a:lvl1pPr marL="0" indent="0">
              <a:buNone/>
              <a:defRPr sz="11340"/>
            </a:lvl1pPr>
            <a:lvl2pPr marL="1619885" indent="0">
              <a:buNone/>
              <a:defRPr sz="9920"/>
            </a:lvl2pPr>
            <a:lvl3pPr marL="3239770" indent="0">
              <a:buNone/>
              <a:defRPr sz="8505"/>
            </a:lvl3pPr>
            <a:lvl4pPr marL="4860290" indent="0">
              <a:buNone/>
              <a:defRPr sz="7085"/>
            </a:lvl4pPr>
            <a:lvl5pPr marL="6480175" indent="0">
              <a:buNone/>
              <a:defRPr sz="7085"/>
            </a:lvl5pPr>
            <a:lvl6pPr marL="8100060" indent="0">
              <a:buNone/>
              <a:defRPr sz="7085"/>
            </a:lvl6pPr>
            <a:lvl7pPr marL="9719945" indent="0">
              <a:buNone/>
              <a:defRPr sz="7085"/>
            </a:lvl7pPr>
            <a:lvl8pPr marL="11339830" indent="0">
              <a:buNone/>
              <a:defRPr sz="7085"/>
            </a:lvl8pPr>
            <a:lvl9pPr marL="12959715" indent="0">
              <a:buNone/>
              <a:defRPr sz="70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31748" y="12960093"/>
            <a:ext cx="10449971" cy="24010175"/>
          </a:xfrm>
        </p:spPr>
        <p:txBody>
          <a:bodyPr/>
          <a:lstStyle>
            <a:lvl1pPr marL="0" indent="0">
              <a:buNone/>
              <a:defRPr sz="5670"/>
            </a:lvl1pPr>
            <a:lvl2pPr marL="1619885" indent="0">
              <a:buNone/>
              <a:defRPr sz="4960"/>
            </a:lvl2pPr>
            <a:lvl3pPr marL="3239770" indent="0">
              <a:buNone/>
              <a:defRPr sz="4250"/>
            </a:lvl3pPr>
            <a:lvl4pPr marL="4860290" indent="0">
              <a:buNone/>
              <a:defRPr sz="3545"/>
            </a:lvl4pPr>
            <a:lvl5pPr marL="6480175" indent="0">
              <a:buNone/>
              <a:defRPr sz="3545"/>
            </a:lvl5pPr>
            <a:lvl6pPr marL="8100060" indent="0">
              <a:buNone/>
              <a:defRPr sz="3545"/>
            </a:lvl6pPr>
            <a:lvl7pPr marL="9719945" indent="0">
              <a:buNone/>
              <a:defRPr sz="3545"/>
            </a:lvl7pPr>
            <a:lvl8pPr marL="11339830" indent="0">
              <a:buNone/>
              <a:defRPr sz="3545"/>
            </a:lvl8pPr>
            <a:lvl9pPr marL="12959715" indent="0">
              <a:buNone/>
              <a:defRPr sz="35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3186535" y="2300017"/>
            <a:ext cx="6986336" cy="366102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27527" y="2300017"/>
            <a:ext cx="20554003" cy="366102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227527" y="2300017"/>
            <a:ext cx="27945344" cy="8350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27527" y="11500083"/>
            <a:ext cx="27945344" cy="27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227527" y="40040287"/>
            <a:ext cx="7290090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732632" y="40040287"/>
            <a:ext cx="10935135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2882782" y="40040287"/>
            <a:ext cx="7290090" cy="2300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39770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260" indent="-810260" algn="l" defTabSz="3239770" rtl="0" eaLnBrk="1" latinLnBrk="0" hangingPunct="1">
        <a:lnSpc>
          <a:spcPct val="90000"/>
        </a:lnSpc>
        <a:spcBef>
          <a:spcPts val="3550"/>
        </a:spcBef>
        <a:buFont typeface="Arial" panose="020B0604020202020204" pitchFamily="34" charset="0"/>
        <a:buChar char="•"/>
        <a:defRPr sz="9920" kern="1200">
          <a:solidFill>
            <a:schemeClr val="tx1"/>
          </a:solidFill>
          <a:latin typeface="+mn-lt"/>
          <a:ea typeface="+mn-ea"/>
          <a:cs typeface="+mn-cs"/>
        </a:defRPr>
      </a:lvl1pPr>
      <a:lvl2pPr marL="2430145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8505" kern="1200">
          <a:solidFill>
            <a:schemeClr val="tx1"/>
          </a:solidFill>
          <a:latin typeface="+mn-lt"/>
          <a:ea typeface="+mn-ea"/>
          <a:cs typeface="+mn-cs"/>
        </a:defRPr>
      </a:lvl2pPr>
      <a:lvl3pPr marL="4050030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3pPr>
      <a:lvl4pPr marL="5669915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7289800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909685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10530205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2150090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3769975" indent="-810260" algn="l" defTabSz="3239770" rtl="0" eaLnBrk="1" latinLnBrk="0" hangingPunct="1">
        <a:lnSpc>
          <a:spcPct val="90000"/>
        </a:lnSpc>
        <a:spcBef>
          <a:spcPct val="35600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2pPr>
      <a:lvl3pPr marL="323977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3pPr>
      <a:lvl4pPr marL="486029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648017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10006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971994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3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295971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 descr="E:/桌面/Download/ChatGPT 图像 2026年9月28日 12_50_36.pngChatGPT 图像 2026年9月28日 12_50_36"/>
          <p:cNvPicPr>
            <a:picLocks noChangeAspect="1"/>
          </p:cNvPicPr>
          <p:nvPr/>
        </p:nvPicPr>
        <p:blipFill>
          <a:blip r:embed="rId1"/>
          <a:srcRect l="43" r="43"/>
          <a:stretch>
            <a:fillRect/>
          </a:stretch>
        </p:blipFill>
        <p:spPr>
          <a:xfrm>
            <a:off x="0" y="0"/>
            <a:ext cx="32423735" cy="43199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SiyuanChen</cp:lastModifiedBy>
  <cp:revision>24</cp:revision>
  <dcterms:created xsi:type="dcterms:W3CDTF">2023-08-09T12:44:00Z</dcterms:created>
  <dcterms:modified xsi:type="dcterms:W3CDTF">2026-09-28T04:55:26Z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689CB8969E9A4852AB0F2446B521739A_13</vt:lpwstr>
  </property>
  <property fmtid="{D5CDD505-2E9C-101B-9397-08002B2CF9AE}" pid="3" name="KSOProductBuildVer">
    <vt:lpwstr>2052-12.1.0.28505</vt:lpwstr>
  </property>
</Properties>
</file>